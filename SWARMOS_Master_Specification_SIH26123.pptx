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600" b="1">
                <a:solidFill>
                  <a:srgbClr val="E8ECF1"/>
                </a:solidFill>
                <a:latin typeface="Calibri"/>
              </a:rPr>
              <a:t>SWARMOS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E8ECF1"/>
                </a:solidFill>
                <a:latin typeface="Calibri"/>
              </a:rPr>
              <a:t>Edge-AI Based Distributed Fleet Coordination for Autonomous Mobile Robots in Smart Warehouses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Master Specification  -  Problem ID SIH26123  -  Bharat Electronics Limited  -  Robotics and Drones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343400"/>
            <a:ext cx="2617470" cy="13258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B9EFF"/>
                </a:solidFill>
                <a:latin typeface="Calibri"/>
              </a:rPr>
              <a:t>6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modules, all implemented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8989" y="4343400"/>
            <a:ext cx="2617470" cy="13258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5C78A"/>
                </a:solidFill>
                <a:latin typeface="Calibri"/>
              </a:rPr>
              <a:t>570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tests green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5059" y="4343400"/>
            <a:ext cx="2617470" cy="13258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5C78A"/>
                </a:solidFill>
                <a:latin typeface="Calibri"/>
              </a:rPr>
              <a:t>0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collisions, 18 paired runs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41130" y="4343400"/>
            <a:ext cx="2617470" cy="13258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FB3A6"/>
                </a:solidFill>
                <a:latin typeface="Calibri"/>
              </a:rPr>
              <a:t>100 ms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hard tick budget, p95 10 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The problem SIH26123 actually states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What BEL asked for, in their words and then in 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3B9EFF"/>
                </a:solidFill>
                <a:latin typeface="Calibri"/>
              </a:rPr>
              <a:t>As published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Warehouses run large AMR fleets. Central schedulers are a single point of failure and a bandwidth bottleneck.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Robots must coordinate at the edge: negotiate right of way, avoid deadlock, survive peer failure and radio loss.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Success criterion 1: zero collisions.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Success criterion 2: at least 20 percent reduction in task completion time versus a stop-and-wait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4FB3A6"/>
                </a:solidFill>
                <a:latin typeface="Calibri"/>
              </a:rPr>
              <a:t>What that means technically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No central arbiter in the safety path. Each robot decides using only what it can hear inside a 15 m radio horizon.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Message cost must scale with local density, not fleet size - O(k) per robot per tick, not O(n).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Safety must hold under partial information, stale peers, a lying robot, and a robot that has gone completely deaf.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Every claim must be reproducible on demand, from a seed.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98932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We treat C1 as a hard invariant enforced in code, and C2 as a measurement - reported below exactly as it came 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What SWARMOS is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A decentralised coordination stack plus the simulator and control centre needed to prove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SWARMOS is not a path planner with a dashboard on top. It is a four-layer runtime-assurance architecture in which the safety layer is the smallest, simplest and most heavily tested part of the system.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Each robot runs an autonomous agent: it plans, it bids for tasks in a Contract Net auction, it negotiates corridor reservations with whoever it can hear, and it is overruled by a geometric monitor it cannot argue with.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The simulator is the authoritative world. There is exactly one source of robot state, so the UI, the analytics and the coordination layer can never disagree about where a robot is.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Everything is deterministic from a seed. A run is identified by a trace hash, so any behaviour a judge sees can be replayed exactly, including behaviour under a degraded radio.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056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B9EFF"/>
                </a:solidFill>
                <a:latin typeface="Calibri"/>
              </a:rPr>
              <a:t>24k+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lines of application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8989" y="448056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2B137"/>
                </a:solidFill>
                <a:latin typeface="Calibri"/>
              </a:rPr>
              <a:t>3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adversarial scenarios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5059" y="448056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FB3A6"/>
                </a:solidFill>
                <a:latin typeface="Calibri"/>
              </a:rPr>
              <a:t>15 m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radio horizon, enforced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41130" y="448056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5C78A"/>
                </a:solidFill>
                <a:latin typeface="Calibri"/>
              </a:rPr>
              <a:t>10 Hz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control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Four architectural laws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Non-negotiable. Every module is written to obey these, and tests enforce them structurally.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023360"/>
                <a:gridCol w="6583679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Law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How it is held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L1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The simulation is the single authoritative source of robot state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No module keeps a private copy of a pose. UI, analytics and coordination all read the same frame.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L2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Coordination is the binding safety arbiter; its verdict is final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The planner proposes. The arbiter disposes. The geometric monitor sits beneath both and can stop anyone.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L3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Machine learning is advisory only, never in the safety path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Enforced by an AST test that fails the build if any coordination module imports app.ml.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L4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One canonical model per concept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All shared types live in app/coordination/models.py. There is no second definition of a robot state anywhere.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539496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L3 is the one people ask about. We measured our forecaster against a persistence baseline, it lost by roughly 4x, and so it stayed advisory. See the X-05 slide.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System architecture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Six modules, one direction of authority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2555748" cy="15544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4FB3A6"/>
                </a:solidFill>
                <a:latin typeface="Calibri"/>
              </a:rPr>
              <a:t>M5 Simulation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Authoritative world. Physics, tasks, faults, batteries. 10 Hz.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6956" y="2176272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9563" y="1600200"/>
            <a:ext cx="2555748" cy="15544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2B137"/>
                </a:solidFill>
                <a:latin typeface="Calibri"/>
              </a:rPr>
              <a:t>M4 Coordination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Auction, reservations, arbiter, monitor. Binding verdicts.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599" y="2176272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600200"/>
            <a:ext cx="2555748" cy="15544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35C78A"/>
                </a:solidFill>
                <a:latin typeface="Calibri"/>
              </a:rPr>
              <a:t>M2 Backend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Starlette. REST control plane, WebSocket data plane.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10243" y="2176272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2852" y="1600200"/>
            <a:ext cx="2555748" cy="15544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3B9EFF"/>
                </a:solidFill>
                <a:latin typeface="Calibri"/>
              </a:rPr>
              <a:t>M1 Frontend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Vanilla JS + Canvas control centre. No framework.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11880"/>
            <a:ext cx="5422392" cy="15544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A97BFF"/>
                </a:solidFill>
                <a:latin typeface="Calibri"/>
              </a:rPr>
              <a:t>M3 ML / Edge-AI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Demand forecasting, anomaly hints. Advisory, fenced out of the safety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9" y="4187952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7" y="3611880"/>
            <a:ext cx="5422392" cy="155448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F8A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8A65"/>
                </a:solidFill>
                <a:latin typeface="Calibri"/>
              </a:rPr>
              <a:t>M6 Database / Analytics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SQLite event store, KPI rollups, replay by trace hash.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7784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Authority flows left to right along the top row only. M3 and M6 observe and advise; neither can move a robot.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Frozen conventions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Agreed once, then never renegotiated - this is why six modules integrate without translation layers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Domain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Convention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Space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Continuous 2-D metres. Aisle pitch 1.0 m, robot radius 0.35 m, so a passing pair needs 0.70 m of the 1.0 m aisle.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Heading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Radians in [0, 2pi), 0 = +X, counter-clockwise positive.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Velocity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Metres per second, always &gt;= 0. Direction lives in the heading, never in the sign of the speed.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Time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Tick rate 10 Hz. 100 ms is a hard budget, not a target.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Identity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Robots R###, tasks T###. Zero-padded so lexical order is numeric order, which is what makes tie-breaks total.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Radio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R_comm 15 m. Heartbeat 10 Hz, suspicion at 200 ms, confirmation at 500 ms.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Safety geometry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HARD_STOP 0.75 m, CONFLICT 0.97 m, CAUTION 1.13 m, max step 0.22 m per tick.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Wire format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Envelope schema_version 1.0. Missing values are rendered as -- and never as 0.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M5 - Simulation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The authoritative world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4FB3A6"/>
                </a:solidFill>
                <a:latin typeface="Calibri"/>
              </a:rPr>
              <a:t>Specification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SimEngine(scenario, seed=, policy=, label=) - one object owns the world. step() advances exactly one 100 ms tick.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Three scenarios, all adversarial: rush_50 (fleet 50), narrow_aisle_deadlock (fleet 24), blocked_aisle (fleet 40).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Fault injection at runtime: motor stall, radio silence, battery collapse, sensor drift, rogue behaviour.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KPIs computed in-engine: collisions, near misses, completion times, SLA misses, compute p50/p95/p99, veto counts.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93A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93A1B2"/>
                </a:solidFill>
                <a:latin typeface="Calibri"/>
              </a:rPr>
              <a:t>Why it is built this way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Determinism is a feature, not an accident. Every random draw comes from one seeded generator, and iteration is over sorted 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That gives a trace hash: the same seed produces the same run bit for bit, so a bug seen once can be reproduced forever.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The engine measures its own compute time each tick, which is how we can state a p95 rather than assert real-time performance.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The physics is deliberately simple. The contribution is the coordination, so the world model stays auditable.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98932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Verified: p95 tick compute 10.14 ms at fleet 50 against a 100 ms budget - about 90 percent headroom.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F2B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M4 - Coordination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The binding arbiter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SIMPLEX RUNTIME ASSURANCE (Sha, 2001)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93A1B2"/>
                </a:solidFill>
                <a:latin typeface="Calibri"/>
              </a:rPr>
              <a:t>A complex, high-performance decision layer is wrapped by a simple, verifiable safety layer that has the last word. The complex layer can be wrong; the system still cannot collide.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ECF1"/>
                </a:solidFill>
                <a:latin typeface="Calibri"/>
              </a:rPr>
              <a:t>THE FOUR STAGES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93A1B2"/>
                </a:solidFill>
                <a:latin typeface="Calibri"/>
              </a:rPr>
              <a:t>1. Contract Net auction assigns tasks by bid, with no auctioneer.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93A1B2"/>
                </a:solidFill>
                <a:latin typeface="Calibri"/>
              </a:rPr>
              <a:t>2. Cooperative A* over a time-indexed reservation table claims corridors ahead of time.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93A1B2"/>
                </a:solidFill>
                <a:latin typeface="Calibri"/>
              </a:rPr>
              <a:t>3. Utility-based right-of-way resolves whatever the reservations did not: remaining path, battery, task priority, yield streak.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93A1B2"/>
                </a:solidFill>
                <a:latin typeface="Calibri"/>
              </a:rPr>
              <a:t>4. A geometric monitor enforces HARD_STOP 0.75 m unconditionally. It does not read the plan, the bid or the model - only positions.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ECF1"/>
                </a:solidFill>
                <a:latin typeface="Calibri"/>
              </a:rPr>
              <a:t>DEADLOCK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93A1B2"/>
                </a:solidFill>
                <a:latin typeface="Calibri"/>
              </a:rPr>
              <a:t>Cycles are detected on the wait-for graph (Coffman conditions, Knapp classification) and broken by the same total order used for tie-breaks, so resolution is deterministic rather than randomised back-off.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One tick, end to end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What happens in each 100 ms, and who can say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48840"/>
            <a:ext cx="1600200" cy="17373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93A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93A1B2"/>
                </a:solidFill>
                <a:latin typeface="Calibri"/>
              </a:rPr>
              <a:t>Sense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Read own pose, hear peers within 15 m. Nothing else is available.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21408" y="2816351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14015" y="2148840"/>
            <a:ext cx="1600200" cy="17373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A97BFF"/>
                </a:solidFill>
                <a:latin typeface="Calibri"/>
              </a:rPr>
              <a:t>Advise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M3 offers a demand forecast. Non-binding.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2503" y="2816351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2148840"/>
            <a:ext cx="1600200" cy="17373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3B9EFF"/>
                </a:solidFill>
                <a:latin typeface="Calibri"/>
              </a:rPr>
              <a:t>Plan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Auction bid, WHCA* path, reservation requests.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599" y="2816351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148840"/>
            <a:ext cx="1600200" cy="17373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2B137"/>
                </a:solidFill>
                <a:latin typeface="Calibri"/>
              </a:rPr>
              <a:t>Arbitrate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Utility contest, deadlock check, verdict per robot.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4696" y="2816351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2148840"/>
            <a:ext cx="1600200" cy="17373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E5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E55B5B"/>
                </a:solidFill>
                <a:latin typeface="Calibri"/>
              </a:rPr>
              <a:t>Monitor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Geometric floor. Can override everything above.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65792" y="2816351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148840"/>
            <a:ext cx="1600200" cy="17373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35C78A"/>
                </a:solidFill>
                <a:latin typeface="Calibri"/>
              </a:rPr>
              <a:t>Act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Bounded step, max 0.22 m. State published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062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Each stage can only reduce freedom, never increase it. A robot that has been told to stop cannot be un-stopped by a later stage, which is what makes the safety argument short enough to actually check.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The verdict object records which stage bound the decision, so the UI can explain any robot's behaviour in one sentence instead of showing a 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M3 - Edge-AI, and the decision not to trust it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X-05: we measured our own model and it lost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377440"/>
                <a:gridCol w="2011680"/>
                <a:gridCol w="237744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Configuration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Model MAE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Persistence MAE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Fleet 8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5.344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0.667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-701.6 pct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model far worse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Fleet 50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2.308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0.415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-456.0 pct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model far worse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28346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A shadow forecaster ran alongside the live system and was scored against the most boring baseline available - persistence, which simply predicts that the next interval looks like the last one.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It lost by roughly four to seven times. So the forecaster stayed advisory, and we wrote the result down instead of quietly shipping it.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Three tests now enforce that structurally: no coordination module may import app.ml; an advisory can never bind a verdict; and a forecaster that throws on every call cannot stop the simulation.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53212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Recorded in docs/X05_FORECASTER_DECISION.md and enforced by tests/test_ml_fence.py. An honest negative result is cheaper than a demo that fails under questioning.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5C7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M2 - Backend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Control plane and data plane, kept separate on purpose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35C78A"/>
                </a:solidFill>
                <a:latin typeface="Calibri"/>
              </a:rPr>
              <a:t>REST control plane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Raw Starlette with an asynccontextmanager lifespan. No framework magic in the request path.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/api/status - run identity, tick, policy, impairment. Deliberately carries no robot array.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/api/sim/inject - fault injection. /api/sim/control - run, pause, step, reset, seed.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/api/cosim - counterfactual co-simulation: fork the world and run the baseline against the same future.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3B9EFF"/>
                </a:solidFill>
                <a:latin typeface="Calibri"/>
              </a:rPr>
              <a:t>WebSocket data plane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/ws/fleet - one frame per tick carrying robots, KPIs and events with short keys to keep the frame small.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State lives on exactly one channel. A client cannot assemble a half-REST, half-socket view and see two different worlds.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Frames are versioned by schema_version, so a stale client degrades visibly instead of misrendering.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Verified in-process with starlette.testclient, including websocket_connect, so the contract is a test not a promise.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M1 - Frontend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Vanilla JS and Canvas. No framework, no component library, no gradients.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3B9EFF"/>
                </a:solidFill>
                <a:latin typeface="Calibri"/>
              </a:rPr>
              <a:t>Design laws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Three levels of ink on one surface. Saturated colour is reserved for robot STATE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One hero metric at 40 px tabular (tasks per minute), three supporting metrics at 20 px. Not a wall of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Motion only where it carries meaning: 120 to 200 ms, one 400 ms pulse at conflict birth, then a static ring.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Empty states name the cause and the next action. Degraded states are inline banners, not red toasts.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93A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93A1B2"/>
                </a:solidFill>
                <a:latin typeface="Calibri"/>
              </a:rPr>
              <a:t>Engineering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Fixed shell: 68 percent map, 22 percent right rail, 10 percent bottom strip. The map never reflows.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Level of detail: below 0.6 zoom robots render as 4 px dots, which is what holds 50+ robots at 30 fps.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Trails are drawn for the selected robot only. Everything else would be noise at fleet scale.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No fake data, ever. A missing value renders as -- through a single exported constant, so zero always means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98932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Keyboard-first: every demo action has a key binding, because a live demo that depends on clicking a small target is a demo that fails.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FF8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M6 - Database and analytics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Evidence, not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Every decision that changed a robot's freedom is persisted as an event: who, when, which stage bound it, and why. The event store is the audit trail for the safety claim.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KPI rollups are computed from the event stream, not from a separate counter, so the number on the dashboard and the number in the report cannot diverge.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A run is keyed by its trace hash. Given the hash, the run can be replayed exactly - the same collisions avoided, in the same order, at the same ticks.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E8ECF1"/>
                </a:solidFill>
                <a:latin typeface="Calibri"/>
              </a:rPr>
              <a:t>That is what makes the whole system falsifiable. Any judge can name a moment in the demo, and we can reproduce that moment offline.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F8A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8A65"/>
                </a:solidFill>
                <a:latin typeface="Calibri"/>
              </a:rPr>
              <a:t>SQLite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no server, no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8989" y="457200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FB3A6"/>
                </a:solidFill>
                <a:latin typeface="Calibri"/>
              </a:rPr>
              <a:t>trace_hash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run identity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5059" y="457200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93A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93A1B2"/>
                </a:solidFill>
                <a:latin typeface="Calibri"/>
              </a:rPr>
              <a:t>append-only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event store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41130" y="457200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5C78A"/>
                </a:solidFill>
                <a:latin typeface="Calibri"/>
              </a:rPr>
              <a:t>replayable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bit for bit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Novelty register - graded honestly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We separate what is genuinely new from what is competent engineering, because judges do this anyway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00400"/>
                <a:gridCol w="1554480"/>
                <a:gridCol w="5760720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9EFF"/>
                          </a:solidFill>
                        </a:rPr>
                        <a:t>Contribution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9EFF"/>
                          </a:solidFill>
                        </a:rPr>
                        <a:t>Grade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9E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N1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Contract Net task auction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Incremental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Known protocol, applied cleanly.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N2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Cooperative A* with reservations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Table stakes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Expected of any serious entry.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N3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Deterministic replay by trace hash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Genuine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Rare in student fleet work, and it is what makes every other claim checkable.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N4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Deadlock detection and resolution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Incremental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Coffman and Knapp, applied to corridors.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N5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Simplex runtime assurance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Genuine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A verifiable monitor beneath an unverifiable planner.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N9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Adversarial robot containment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Genuine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A lying robot is detected, quarantined and routed around. Most BEL-relevant behaviour.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N10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Counterfactual co-simulation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Genuine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Fork the live world and run the baseline against the same future.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X-01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Sovereign agent mode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Genuine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A deaf robot tightens its own envelope and keeps working.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E5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N9 - Adversarial robot containment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The behaviour BEL will care about most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2555748" cy="18288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2B137"/>
                </a:solidFill>
                <a:latin typeface="Calibri"/>
              </a:rPr>
              <a:t>Detect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A robot's declared intent stops matching its observed motion. Declared and observed are compared every tick.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6956" y="2450591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9563" y="1737360"/>
            <a:ext cx="2555748" cy="18288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2B137"/>
                </a:solidFill>
                <a:latin typeface="Calibri"/>
              </a:rPr>
              <a:t>Suspect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Its claims are discounted in the utility contest, but it is not yet cut off. Faults look like this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599" y="2450591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737360"/>
            <a:ext cx="2555748" cy="18288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A97BFF"/>
                </a:solidFill>
                <a:latin typeface="Calibri"/>
              </a:rPr>
              <a:t>Quarantine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Confirmed rogue. Its reservations are voided and its messages are dropped at the radio layer.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10243" y="2450591"/>
            <a:ext cx="3108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93A1B2"/>
                </a:solidFill>
                <a:latin typeface="Calibri"/>
              </a:rP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2852" y="1737360"/>
            <a:ext cx="2555748" cy="18288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91440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35C78A"/>
                </a:solidFill>
                <a:latin typeface="Calibri"/>
              </a:rPr>
              <a:t>Route around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93A1B2"/>
                </a:solidFill>
                <a:latin typeface="Calibri"/>
              </a:rPr>
              <a:t>Peers treat it as a moving obstacle with a widened envelope and keep working.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The important property is that containment is a local decision. There is no central authority to declare a robot rogue, so the mechanism still works when the network is partitioned - which is exactly when you would want it to.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A quarantined robot is drawn in its own colour in the control centre, so the operator sees containment happen rather than reading about it afterwards.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X-01 - Sovereign agent mode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What a robot does when it can no longer hear anyone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E5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E55B5B"/>
                </a:solidFill>
                <a:latin typeface="Calibri"/>
              </a:rPr>
              <a:t>The failure we refused to ignore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Every decentralised scheme assumes the robot can hear somebody. Radio dies. Then the robot has no peers, no reservations it can trust, and no arbiter.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The usual answer is to stop dead. In a warehouse aisle, a stopped robot is itself a hazard and a throughput loss.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So we gave it a third option: keep working, but under an envelope it can guarantee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4FB3A6"/>
                </a:solidFill>
                <a:latin typeface="Calibri"/>
              </a:rPr>
              <a:t>What sovereign mode actually does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Entered only after 5 consecutive confirmation ticks of silence, so a single dropped frame does not trigger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Speed is capped at 0.5 of nominal and the clearance margin widens by 0.35 m - it buys safety with time.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It honours only reservations it already holds, and requests nothing new, because it cannot hear a refusal.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Distinct colour in the control centre and a distinct KPI (robots_sovereign), so degradation is visible, not silent.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98932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This is graceful degradation with a stated envelope rather than a fail-stop - and it is the answer to 'what happens when your network goes down?'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X-23 / X-24 / X-25 - claims turned into receipts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16 tests whose only job is to make three claims falsifiable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108960"/>
                <a:gridCol w="7315200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Mechanism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What the tests actually pin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X-23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Failure detection and reservation GC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A SUSPECTED peer does not free its corridor; only a CONFIRMED failure does. A transient outage never reaches collection.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X-24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Deterministic arbitration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The same encounter always resolves the same way, independent of dict insertion order. A symmetric tie breaks by id and stays broken.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X-25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Bounded radio, O(k) cost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A failure notice is a local event. Neighbour count tracks density, not fleet size: 8, 32 and 64 robots on the same pitch all give an interior robot exactly 2 neighbours.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7639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The X-25 density test is the one worth showing. It is the difference between a system that scales and a system that merely runs at the size we happened to demo.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During development these tests caught a real mistake: we had guessed the FailureEvent field names. The test was corrected to the production contract, not the other way round.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Success criteria - measured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C1 passes. C2 does not, and here is exactly why we are not claiming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5C78A"/>
                </a:solidFill>
                <a:latin typeface="Calibri"/>
              </a:rPr>
              <a:t>PASS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C1 zero collisions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8989" y="132588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5C78A"/>
                </a:solidFill>
                <a:latin typeface="Calibri"/>
              </a:rPr>
              <a:t>0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collisions, 18 paired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5059" y="132588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E5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E55B5B"/>
                </a:solidFill>
                <a:latin typeface="Calibri"/>
              </a:rPr>
              <a:t>+2.3 pct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C2 mean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41130" y="1325880"/>
            <a:ext cx="2617470" cy="128016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E5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E55B5B"/>
                </a:solidFill>
                <a:latin typeface="Calibri"/>
              </a:rPr>
              <a:t>20 pct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C2 bar - not 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C1: zero collisions across 18 paired runs, 3 scenarios, seeds 11/13/17, 1800 ticks, fleets of 24 to 50. We note honestly that the stop-and-wait baseline is also collision-free, so C1 is necessary rather than differentiating - what it shows is that negotiation, containment and sovereign fallback did not cost us the safety property.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C2: mean reduction over 9 paired runs is +2.3 percent against a 20 percent bar. The spread runs from -47.8 to +57.9 percent, and the cause is visible in the raw log: only 1 to 16 tasks complete per run, so avg_completion_s is dominated by single samples.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E8ECF1"/>
                </a:solidFill>
                <a:latin typeface="Calibri"/>
              </a:rPr>
              <a:t>That is a defect in the measurement, not evidence about the design. It would be as wrong to headline +57.9 percent as to headline -47.8. The fix is specified: 18000 ticks, 15 to 20 seeds, and a confidence interval rather than a point estimate.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Full record with the per-seed table in docs/SUCCESS_CRITERIA_VERIFICATION.md, raw log in reports/criteria_1800.log.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Verification evidence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What we can show on demand, in under a minute each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475488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Evidence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What it establishes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570 tests, all green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20 files, 70 s wall clock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The gate. No skips, no xfail hiding a broken contract.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Structural ML fence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tests/test_ml_fence.py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AST-walks the coordination package and fails if app.ml is imported.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Deterministic replay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trace_hash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Same seed, same run, bit for bit - including under an impaired radio.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Compute headroom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p95 10.14 ms / 100 ms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Measured in-engine at fleet 50, not asserted.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Forecaster decision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docs/X05_FORECASTER_DECISION.md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A measured negative result, written down.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Criteria record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docs/SUCCESS_CRITERIA_VERIFICATION.md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Includes the criterion we did not meet.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544068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Reproduce the gate: PYTEST_DISABLE_PLUGIN_AUTOLOAD=1 PYTHONPATH=. python3 -m pytest tests/ -q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The demo, in six minutes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Rehearsed, keyboard-driven, and every beat backed by a mechanism on the earlier slides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91840"/>
                <a:gridCol w="694944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T+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Beat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What the judge sees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0:00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Fleet running, 50 robots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Establish that it is real: live tick, live KPIs, one hero metric.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1:00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Select one robot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Its path, its peers, and the one-sentence reason for its current verdict.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2:00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Force a corridor conflict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Two robots meet in a 1.0 m aisle. Show the contest, and who yielded and why.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3:00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Kill a robot's radio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It enters sovereign mode: slower, wider margin, still working. Distinct colour.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4:00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Turn one robot rogue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Detect, quarantine, route around. The fleet keeps running.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5:00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Co-simulation split screen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Same future, baseline arm beside ours. Then the replay: same seed, same run.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544068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Every beat is triggered by a key binding. Nothing in the demo depends on clicking a moving target.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Questions we expect, and the honest answer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Prepared, not improvised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13232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9E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9EFF"/>
                          </a:solidFill>
                        </a:rPr>
                        <a:t>Answer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Is this really decentralised, or is the server the brain?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The server is a viewport. Every binding decision is made inside a robot agent from a 15 m horizon. Kill the socket and the fleet keeps coordinating.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Where is the AI?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Advisory, and measured. It lost to persistence by 4x, so we fenced it out of the safety path and documented why. The intelligence in the safety path is the arbitration, not a model.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Did you hit the 20 percent target?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No. +2.3 percent mean, and the measurement is under-powered at n of 1 to 16 tasks. Here is the table, and here is the run that would settle it.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What happens when the network dies?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Sovereign mode. Speed capped at half, margin widened by 0.35 m, existing reservations only. Visible in the UI and in a KPI.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Would this scale to 500 robots?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CF1"/>
                          </a:solidFill>
                        </a:rPr>
                        <a:t>Message cost is O(k) in local density, tested at 8, 32 and 64 on the same pitch. Compute p95 is 10 ms of a 100 ms budget at 50. We have not run 500, so we will not claim 500.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What we claim, and what we do not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The second list is the reason to believe the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35C78A"/>
                </a:solidFill>
                <a:latin typeface="Calibri"/>
              </a:rPr>
              <a:t>We claim, and can demonstrate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Zero collisions - enforced geometrically and pinned by tests.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Deterministic replay from a seed, via trace hash.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Simplex runtime assurance: a verifiable monitor beneath an unverifiable planner.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Adversarial robot detection, quarantine and route-around.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Sovereign operation after total radio loss, under a stated envelope.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O(k) message cost in local density, not fleet size.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10 ms p95 tick compute against a 100 ms budget at fleet 50.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234440"/>
            <a:ext cx="5394960" cy="45720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E5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 rIns="146304"/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E55B5B"/>
                </a:solidFill>
                <a:latin typeface="Calibri"/>
              </a:rPr>
              <a:t>We do not claim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The 20 percent completion-time reduction. Measured at +2.3 percent, under-powered, and not yet answered.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That our forecaster is good. It is worse than persistence and we published the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Operation at 500 robots. Untested, therefore unclaimed.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Hardware validation. This is a simulation-backed software stack, and the physics is deliberately simple.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Calibri"/>
              </a:rPr>
              <a:t>Novelty for N1, N2, N4 and N6 - those are competent engineering, not contributions.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98932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A judge who asks 'what was your n?' ends a cherry-picked claim in one question. A measured miss with a route to a real answer survives the whole Q and 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What comes next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Ordered by what would change a conclusion, not by what is easiest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474720"/>
                <a:gridCol w="7132320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Next step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9EFF"/>
                          </a:solidFill>
                        </a:rPr>
                        <a:t>Why it is next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Power the C2 measurement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18000 ticks, 15 to 20 seeds, confidence interval. A few CPU-minutes. Either it clears 20 percent or we know it does not.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Check whether task supply is the binding constraint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If both arms are idle-limited, no coordination policy can move the number and the scenario is the thing to fix.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Scale study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Fleet 100 and 200 with the same seeds, to confirm the O(k) claim holds where it matters.</a:t>
                      </a:r>
                    </a:p>
                  </a:txBody>
                  <a:tcPr>
                    <a:solidFill>
                      <a:srgbClr val="1216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Hardware-in-the-loop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8ECF1"/>
                          </a:solidFill>
                        </a:rPr>
                        <a:t>Replace the physics with a ROS 2 bridge. The coordination layer already talks only to a state contract, so this is a swap, not a rewrite.</a:t>
                      </a:r>
                    </a:p>
                  </a:txBody>
                  <a:tcPr>
                    <a:solidFill>
                      <a:srgbClr val="1B212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539496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Item 4 is cheap precisely because of law L1 - one authoritative state source means the world model is replaceable.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B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E8ECF1"/>
                </a:solidFill>
                <a:latin typeface="Calibri"/>
              </a:rPr>
              <a:t>SWARMOS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3A1B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0">
                <a:solidFill>
                  <a:srgbClr val="E8ECF1"/>
                </a:solidFill>
                <a:latin typeface="Calibri"/>
              </a:rPr>
              <a:t>A decentralised AMR coordination stack in which the safety layer is the smallest and most tested part of the system, every behaviour is replayable from a seed, and the machine learning is advisory because we measured it and it lost.</a:t>
            </a:r>
          </a:p>
          <a:p>
            <a:pPr>
              <a:spcAft>
                <a:spcPts val="1600"/>
              </a:spcAft>
            </a:pPr>
            <a:r>
              <a:rPr sz="1700" b="0">
                <a:solidFill>
                  <a:srgbClr val="E8ECF1"/>
                </a:solidFill>
                <a:latin typeface="Calibri"/>
              </a:rPr>
              <a:t>Six modules, 24 thousand lines, 570 green tests, zero collisions across 18 paired adversarial runs, and one published criterion miss with a stated route to answering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749039"/>
            <a:ext cx="2617470" cy="13716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5C78A"/>
                </a:solidFill>
                <a:latin typeface="Calibri"/>
              </a:rPr>
              <a:t>570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tests green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8989" y="3749039"/>
            <a:ext cx="2617470" cy="13716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5C7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35C78A"/>
                </a:solidFill>
                <a:latin typeface="Calibri"/>
              </a:rPr>
              <a:t>0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collisions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5059" y="3749039"/>
            <a:ext cx="2617470" cy="13716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4FB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FB3A6"/>
                </a:solidFill>
                <a:latin typeface="Calibri"/>
              </a:rPr>
              <a:t>10 ms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p95 of 100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41130" y="3749039"/>
            <a:ext cx="2617470" cy="1371600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F2B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2B137"/>
                </a:solidFill>
                <a:latin typeface="Calibri"/>
              </a:rPr>
              <a:t>1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93A1B2"/>
                </a:solidFill>
                <a:latin typeface="Calibri"/>
              </a:rPr>
              <a:t>criterion openly missed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760720"/>
            <a:ext cx="11155680" cy="566928"/>
          </a:xfrm>
          <a:prstGeom prst="roundRect">
            <a:avLst/>
          </a:prstGeom>
          <a:solidFill>
            <a:srgbClr val="1B212A"/>
          </a:solidFill>
          <a:ln w="15875">
            <a:solidFill>
              <a:srgbClr val="3B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8ECF1"/>
                </a:solidFill>
                <a:latin typeface="Calibri"/>
              </a:rPr>
              <a:t>Problem ID SIH26123  -  Bharat Electronics Limited  -  Robotics and Drones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